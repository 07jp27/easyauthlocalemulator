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7EE"/>
    <a:srgbClr val="E9FFFF"/>
    <a:srgbClr val="F8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99"/>
  </p:normalViewPr>
  <p:slideViewPr>
    <p:cSldViewPr snapToGrid="0">
      <p:cViewPr>
        <p:scale>
          <a:sx n="127" d="100"/>
          <a:sy n="127" d="100"/>
        </p:scale>
        <p:origin x="9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4FE12-A0F9-8037-4684-827330FF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9161F7-2C18-C0F9-EA7C-26D1448C6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B993FF-974B-8CED-BFD9-5A0CAAEA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C4365E-4038-967E-4E3F-BEFD92F0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5FEC19-1416-8573-7395-FB86AD21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6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75CF0-D174-A4AB-068C-C2EF59C1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432A1A-13A1-7A78-1EC5-0C070804D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C55D49-E0CC-7E96-B9F3-9B3FCF786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EDC3D7-9455-5F63-3CEC-97DCDFD0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C6170D-FA64-4E23-1FF2-8FCA7D3D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78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7F86FF-223B-8D25-C372-E67F5795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1F389C-987D-A260-F42F-657FC46A1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A59D7-9280-8888-0A12-FA6F5F38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7E6CFD-6D8D-95F7-9AB3-3A5C5C54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6A68D9-00FA-4E77-6F64-A1DF676D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33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2ED09C-1FF1-73D8-7F54-98514340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11129B-72C8-D366-B8BF-9B111DF53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BFC1F0-DB9A-4390-6D7B-427085452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A34AE1-DD22-17B8-3C0D-B82B8E25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8B167C-A7E5-4C2A-CFAE-67FE7B7C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65FA3-237B-D0DF-2CFD-1DEE099C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80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A74400-B6F4-7912-B92B-820054EF4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FDBA0D-6A13-EF87-A97C-FED0B2B8D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273E6B-499D-2CEC-BBE4-40B131482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7A3B58-14DD-3DBA-DEE1-8DEA2BAF3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DF3F33-BB04-135F-DB67-EE45622D5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B0A6C6-DE08-7E01-15CB-BF996623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8FC76B-E6A0-D2D5-3DC3-E98EA31F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B49A497-6D84-927E-0D2E-D5B87C430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01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A9510-E9B4-9325-2FDA-D803EAFE6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A894E0-0E70-6E89-76FA-FFEBD923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20413E4-69E1-502E-909A-B31AE873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B4868D-A03F-2ACB-28E4-B486875A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42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BD8A259-39DF-5663-BD99-DEBDA683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7B0155-502D-F248-57EB-E5A02558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7AA60D-7BCF-B3FA-7174-53AD94D4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CA3EB-4C78-E7EE-2B4E-D10B68872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81DA67-DF50-B690-678B-819D691B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7FE125-2155-CA20-EBC6-CC62A6FE5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E765AC-FA84-DCDE-BB72-2544E701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7C277B-BB25-FD59-740E-584BB79A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488578-BFD1-4621-1F96-1F17B2E0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12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E3121-AF00-4D3A-FCDB-59D35692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8018ED-B522-5F8F-2C84-EE2227497C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4713A3-6789-4E2E-3851-CB5FF70D0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4CBE58-B96C-3C49-D890-9B970927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5C5151-971A-E970-4039-3B79A98E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8EBAD9-E7AE-D585-9BBD-B90A058B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42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AB31A-F112-0691-EC65-C2055947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9DD2C0-2F88-E797-C0F6-DD633B807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AD639C-24B3-3C8E-F095-05045C02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3E913D-E7B2-9CDD-BA6D-1C6EAAAC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CC5B93-F5EF-2827-9FD9-37B7C1FA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34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C0A4BF-E3AF-2AF4-7F22-320FAC779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5AEC45-37FE-9419-DA46-77A5802CB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F3DC88-7937-10C5-5DDA-0A8D4523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D4476A-C500-F358-C7B9-37249077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E23E32-A11E-0600-D16E-1A01990D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46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6031DE-A86A-CCE8-9753-EC112912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66E31E-EC4F-57DE-336D-9C8D6C2B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DF1B4A-BE08-3D86-F092-8C953986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D6E52-4BDB-C54E-BFFC-13C4F63DFE19}" type="datetimeFigureOut"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3E1459-F6BE-CB7B-84B7-BDC2CB622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1CB89C-2523-6048-41A3-0F695D4EC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535C7-199F-9241-AE0F-5C32C201F444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27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802C8C1-6F79-000A-1BEE-12312351B8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235E0034-6B1B-6240-EBDB-C0154A98BAAF}"/>
              </a:ext>
            </a:extLst>
          </p:cNvPr>
          <p:cNvSpPr/>
          <p:nvPr/>
        </p:nvSpPr>
        <p:spPr>
          <a:xfrm>
            <a:off x="4516967" y="893873"/>
            <a:ext cx="3553822" cy="4123269"/>
          </a:xfrm>
          <a:prstGeom prst="roundRect">
            <a:avLst>
              <a:gd name="adj" fmla="val 3577"/>
            </a:avLst>
          </a:prstGeom>
          <a:solidFill>
            <a:srgbClr val="E9FFFF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1FFE42A5-6F80-8B7C-09F4-39BC55A0F017}"/>
              </a:ext>
            </a:extLst>
          </p:cNvPr>
          <p:cNvSpPr/>
          <p:nvPr/>
        </p:nvSpPr>
        <p:spPr>
          <a:xfrm>
            <a:off x="523948" y="1835101"/>
            <a:ext cx="1955800" cy="2861734"/>
          </a:xfrm>
          <a:prstGeom prst="roundRect">
            <a:avLst>
              <a:gd name="adj" fmla="val 461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DC89976E-18EA-F044-6A31-1B632D1B0FAA}"/>
              </a:ext>
            </a:extLst>
          </p:cNvPr>
          <p:cNvSpPr/>
          <p:nvPr/>
        </p:nvSpPr>
        <p:spPr>
          <a:xfrm>
            <a:off x="8851901" y="3460700"/>
            <a:ext cx="2929466" cy="1236134"/>
          </a:xfrm>
          <a:prstGeom prst="roundRect">
            <a:avLst>
              <a:gd name="adj" fmla="val 6317"/>
            </a:avLst>
          </a:prstGeom>
          <a:solidFill>
            <a:srgbClr val="F2E7EE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D752493-1F73-78AD-EE2E-6FDD20C626F5}"/>
              </a:ext>
            </a:extLst>
          </p:cNvPr>
          <p:cNvSpPr txBox="1"/>
          <p:nvPr/>
        </p:nvSpPr>
        <p:spPr>
          <a:xfrm>
            <a:off x="666523" y="2942802"/>
            <a:ext cx="1670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>
                <a:solidFill>
                  <a:schemeClr val="tx1">
                    <a:lumMod val="50000"/>
                    <a:lumOff val="50000"/>
                  </a:schemeClr>
                </a:solidFill>
              </a:rPr>
              <a:t>Client</a:t>
            </a:r>
          </a:p>
          <a:p>
            <a:pPr algn="ctr"/>
            <a:r>
              <a:rPr lang="en-US" altLang="ja-JP" b="1">
                <a:solidFill>
                  <a:schemeClr val="tx1">
                    <a:lumMod val="50000"/>
                    <a:lumOff val="50000"/>
                  </a:schemeClr>
                </a:solidFill>
              </a:rPr>
              <a:t>Web Browser</a:t>
            </a:r>
            <a:endParaRPr kumimoji="1" lang="ja-JP" altLang="en-US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E04EDD4-D5F4-CF7D-32FB-893D7A3A9A05}"/>
              </a:ext>
            </a:extLst>
          </p:cNvPr>
          <p:cNvSpPr txBox="1"/>
          <p:nvPr/>
        </p:nvSpPr>
        <p:spPr>
          <a:xfrm>
            <a:off x="9389938" y="3939464"/>
            <a:ext cx="1853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>
                <a:solidFill>
                  <a:schemeClr val="accent5">
                    <a:lumMod val="60000"/>
                    <a:lumOff val="40000"/>
                  </a:schemeClr>
                </a:solidFill>
              </a:rPr>
              <a:t>Local Web App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15048FBC-064C-E3B8-0C6C-C966B44E1FCB}"/>
              </a:ext>
            </a:extLst>
          </p:cNvPr>
          <p:cNvSpPr/>
          <p:nvPr/>
        </p:nvSpPr>
        <p:spPr>
          <a:xfrm>
            <a:off x="4673600" y="3460701"/>
            <a:ext cx="3225800" cy="1236134"/>
          </a:xfrm>
          <a:prstGeom prst="roundRect">
            <a:avLst>
              <a:gd name="adj" fmla="val 700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B0F38882-3AB2-C390-7622-5997ACACDECB}"/>
              </a:ext>
            </a:extLst>
          </p:cNvPr>
          <p:cNvSpPr/>
          <p:nvPr/>
        </p:nvSpPr>
        <p:spPr>
          <a:xfrm>
            <a:off x="4680978" y="1835101"/>
            <a:ext cx="3225800" cy="1236134"/>
          </a:xfrm>
          <a:prstGeom prst="roundRect">
            <a:avLst>
              <a:gd name="adj" fmla="val 494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89CF163-4181-CEE4-43AF-806D62BC5239}"/>
              </a:ext>
            </a:extLst>
          </p:cNvPr>
          <p:cNvSpPr txBox="1"/>
          <p:nvPr/>
        </p:nvSpPr>
        <p:spPr>
          <a:xfrm>
            <a:off x="4792505" y="1118790"/>
            <a:ext cx="3002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>
                <a:solidFill>
                  <a:srgbClr val="0070C0"/>
                </a:solidFill>
              </a:rPr>
              <a:t>EasyAuth Local Emulator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6C01F2C-6772-7465-DA17-B92BED8D50E4}"/>
              </a:ext>
            </a:extLst>
          </p:cNvPr>
          <p:cNvSpPr txBox="1"/>
          <p:nvPr/>
        </p:nvSpPr>
        <p:spPr>
          <a:xfrm>
            <a:off x="5644676" y="199093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6"/>
                </a:solidFill>
              </a:rPr>
              <a:t>Auth route</a:t>
            </a:r>
            <a:endParaRPr kumimoji="1" lang="ja-JP" altLang="en-US" b="1">
              <a:solidFill>
                <a:schemeClr val="accent6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45D19BC-99C9-EAEA-16FB-B3A0C98FBC1E}"/>
              </a:ext>
            </a:extLst>
          </p:cNvPr>
          <p:cNvSpPr txBox="1"/>
          <p:nvPr/>
        </p:nvSpPr>
        <p:spPr>
          <a:xfrm>
            <a:off x="5350526" y="2389426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>
                <a:solidFill>
                  <a:schemeClr val="accent6"/>
                </a:solidFill>
              </a:rPr>
              <a:t>Dummy login &amp; </a:t>
            </a:r>
          </a:p>
          <a:p>
            <a:pPr algn="ctr"/>
            <a:r>
              <a:rPr lang="en-US" altLang="ja-JP" sz="1400">
                <a:solidFill>
                  <a:schemeClr val="accent6"/>
                </a:solidFill>
              </a:rPr>
              <a:t>Session management</a:t>
            </a:r>
            <a:endParaRPr kumimoji="1" lang="en-US" altLang="ja-JP" sz="1400">
              <a:solidFill>
                <a:schemeClr val="accent6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9E0A712-AEDF-F195-AF0F-2FC9FD909EC4}"/>
              </a:ext>
            </a:extLst>
          </p:cNvPr>
          <p:cNvSpPr txBox="1"/>
          <p:nvPr/>
        </p:nvSpPr>
        <p:spPr>
          <a:xfrm>
            <a:off x="5537275" y="3607440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0070C0"/>
                </a:solidFill>
              </a:rPr>
              <a:t>Proxy to app</a:t>
            </a:r>
            <a:endParaRPr kumimoji="1" lang="ja-JP" altLang="en-US" b="1">
              <a:solidFill>
                <a:srgbClr val="0070C0"/>
              </a:solidFill>
            </a:endParaRPr>
          </a:p>
        </p:txBody>
      </p:sp>
      <p:cxnSp>
        <p:nvCxnSpPr>
          <p:cNvPr id="23" name="曲線コネクタ 22">
            <a:extLst>
              <a:ext uri="{FF2B5EF4-FFF2-40B4-BE49-F238E27FC236}">
                <a16:creationId xmlns:a16="http://schemas.microsoft.com/office/drawing/2014/main" id="{B232C68F-ED4B-FAFD-EAAD-EAB1FB013C1C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479748" y="2453168"/>
            <a:ext cx="2201230" cy="616965"/>
          </a:xfrm>
          <a:prstGeom prst="curvedConnector3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曲線コネクタ 23">
            <a:extLst>
              <a:ext uri="{FF2B5EF4-FFF2-40B4-BE49-F238E27FC236}">
                <a16:creationId xmlns:a16="http://schemas.microsoft.com/office/drawing/2014/main" id="{25C34591-37B5-86F0-7410-19BC5105AC3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479748" y="3458497"/>
            <a:ext cx="2193852" cy="620271"/>
          </a:xfrm>
          <a:prstGeom prst="curvedConnector3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曲線コネクタ 28">
            <a:extLst>
              <a:ext uri="{FF2B5EF4-FFF2-40B4-BE49-F238E27FC236}">
                <a16:creationId xmlns:a16="http://schemas.microsoft.com/office/drawing/2014/main" id="{3F8AE851-7431-D952-E72A-38A7906E1529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 flipV="1">
            <a:off x="7899400" y="4078767"/>
            <a:ext cx="952501" cy="1"/>
          </a:xfrm>
          <a:prstGeom prst="curvedConnector3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B8EF590-F056-519F-7FBB-7070C9B95673}"/>
              </a:ext>
            </a:extLst>
          </p:cNvPr>
          <p:cNvSpPr txBox="1"/>
          <p:nvPr/>
        </p:nvSpPr>
        <p:spPr>
          <a:xfrm>
            <a:off x="2987858" y="2579317"/>
            <a:ext cx="11047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6"/>
                </a:solidFill>
              </a:rPr>
              <a:t>/.auth/*</a:t>
            </a:r>
            <a:endParaRPr kumimoji="1" lang="ja-JP" altLang="en-US" b="1">
              <a:solidFill>
                <a:schemeClr val="accent6"/>
              </a:solidFill>
            </a:endParaRPr>
          </a:p>
        </p:txBody>
      </p:sp>
      <p:sp>
        <p:nvSpPr>
          <p:cNvPr id="37" name="フローチャート: 書類 36">
            <a:extLst>
              <a:ext uri="{FF2B5EF4-FFF2-40B4-BE49-F238E27FC236}">
                <a16:creationId xmlns:a16="http://schemas.microsoft.com/office/drawing/2014/main" id="{EFBE904A-3C0D-0EA0-E612-64703C4F4861}"/>
              </a:ext>
            </a:extLst>
          </p:cNvPr>
          <p:cNvSpPr/>
          <p:nvPr/>
        </p:nvSpPr>
        <p:spPr>
          <a:xfrm>
            <a:off x="4827573" y="5560437"/>
            <a:ext cx="2932611" cy="795866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EE4BB6B-F3D9-3042-B19C-4B5FD2BA6810}"/>
              </a:ext>
            </a:extLst>
          </p:cNvPr>
          <p:cNvSpPr txBox="1"/>
          <p:nvPr/>
        </p:nvSpPr>
        <p:spPr>
          <a:xfrm>
            <a:off x="5040169" y="5773704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>
                <a:solidFill>
                  <a:schemeClr val="tx1">
                    <a:lumMod val="50000"/>
                    <a:lumOff val="50000"/>
                  </a:schemeClr>
                </a:solidFill>
              </a:rPr>
              <a:t>Dummy profile JSON</a:t>
            </a:r>
            <a:endParaRPr kumimoji="1" lang="ja-JP" altLang="en-US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A02ABB91-06F9-0147-063D-9B7D0ECA61B4}"/>
              </a:ext>
            </a:extLst>
          </p:cNvPr>
          <p:cNvCxnSpPr>
            <a:stCxn id="37" idx="0"/>
            <a:endCxn id="4" idx="2"/>
          </p:cNvCxnSpPr>
          <p:nvPr/>
        </p:nvCxnSpPr>
        <p:spPr>
          <a:xfrm flipH="1" flipV="1">
            <a:off x="6293878" y="5017142"/>
            <a:ext cx="1" cy="543295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A229509-F4D1-54B8-0FED-D484890FBC72}"/>
              </a:ext>
            </a:extLst>
          </p:cNvPr>
          <p:cNvSpPr txBox="1"/>
          <p:nvPr/>
        </p:nvSpPr>
        <p:spPr>
          <a:xfrm>
            <a:off x="6392124" y="5151576"/>
            <a:ext cx="167866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bg1">
                    <a:lumMod val="50000"/>
                  </a:schemeClr>
                </a:solidFill>
              </a:rPr>
              <a:t>Optional load</a:t>
            </a:r>
            <a:endParaRPr kumimoji="1" lang="ja-JP" altLang="en-US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F5E9D342-8227-0523-3F8D-A0EF34B22DB4}"/>
              </a:ext>
            </a:extLst>
          </p:cNvPr>
          <p:cNvSpPr/>
          <p:nvPr/>
        </p:nvSpPr>
        <p:spPr>
          <a:xfrm>
            <a:off x="249767" y="287866"/>
            <a:ext cx="11692466" cy="6282267"/>
          </a:xfrm>
          <a:prstGeom prst="roundRect">
            <a:avLst>
              <a:gd name="adj" fmla="val 1566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D3D4F6C-B6AB-31AA-ADA5-5066A258B0E9}"/>
              </a:ext>
            </a:extLst>
          </p:cNvPr>
          <p:cNvSpPr txBox="1"/>
          <p:nvPr/>
        </p:nvSpPr>
        <p:spPr>
          <a:xfrm>
            <a:off x="315919" y="325157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bg1">
                    <a:lumMod val="50000"/>
                  </a:schemeClr>
                </a:solidFill>
              </a:rPr>
              <a:t>Local dev env</a:t>
            </a:r>
            <a:endParaRPr kumimoji="1" lang="ja-JP" altLang="en-US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3B7955C-0EA2-FEB2-620A-EA35DA84F401}"/>
              </a:ext>
            </a:extLst>
          </p:cNvPr>
          <p:cNvSpPr txBox="1"/>
          <p:nvPr/>
        </p:nvSpPr>
        <p:spPr>
          <a:xfrm>
            <a:off x="2796209" y="3574664"/>
            <a:ext cx="14766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00B0F0"/>
                </a:solidFill>
              </a:rPr>
              <a:t>Other route</a:t>
            </a:r>
            <a:endParaRPr kumimoji="1" lang="ja-JP" altLang="en-US" b="1">
              <a:solidFill>
                <a:srgbClr val="00B0F0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99B91BD-65F1-9681-FEE9-5B56AAA4F03C}"/>
              </a:ext>
            </a:extLst>
          </p:cNvPr>
          <p:cNvSpPr txBox="1"/>
          <p:nvPr/>
        </p:nvSpPr>
        <p:spPr>
          <a:xfrm>
            <a:off x="5416249" y="4080217"/>
            <a:ext cx="1832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>
                <a:solidFill>
                  <a:srgbClr val="0070C0"/>
                </a:solidFill>
              </a:rPr>
              <a:t>Easy Auth headers</a:t>
            </a:r>
          </a:p>
          <a:p>
            <a:pPr algn="ctr"/>
            <a:r>
              <a:rPr lang="en-US" altLang="ja-JP" sz="1400">
                <a:solidFill>
                  <a:srgbClr val="0070C0"/>
                </a:solidFill>
              </a:rPr>
              <a:t>when authenticated</a:t>
            </a:r>
          </a:p>
        </p:txBody>
      </p:sp>
    </p:spTree>
    <p:extLst>
      <p:ext uri="{BB962C8B-B14F-4D97-AF65-F5344CB8AC3E}">
        <p14:creationId xmlns:p14="http://schemas.microsoft.com/office/powerpoint/2010/main" val="428005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37</Words>
  <Application>Microsoft Macintosh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Junpei Tsuchida</dc:creator>
  <cp:lastModifiedBy>Junpei Tsuchida</cp:lastModifiedBy>
  <cp:revision>16</cp:revision>
  <dcterms:created xsi:type="dcterms:W3CDTF">2026-08-24T01:35:35Z</dcterms:created>
  <dcterms:modified xsi:type="dcterms:W3CDTF">2026-08-24T02:13:33Z</dcterms:modified>
</cp:coreProperties>
</file>